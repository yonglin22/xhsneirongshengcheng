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8288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675120"/>
            <a:ext cx="12191695" cy="18288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7A5C1E"/>
                </a:solidFill>
                <a:latin typeface="Microsoft YaHei"/>
              </a:rPr>
              <a:t>朱砂 · 操盘台 · 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200" b="1">
                <a:solidFill>
                  <a:srgbClr val="241D14"/>
                </a:solidFill>
                <a:latin typeface="Microsoft YaHei"/>
              </a:rPr>
              <a:t>「智能体知识库录入」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800" b="1">
                <a:solidFill>
                  <a:srgbClr val="A5813A"/>
                </a:solidFill>
                <a:latin typeface="Microsoft YaHei"/>
              </a:rPr>
              <a:t>操作流程 · 手把手教程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6B6459"/>
                </a:solidFill>
                <a:latin typeface="Microsoft YaHei"/>
              </a:rPr>
              <a:t>智能体 = 基础人设(prompt) + 9 个 skills(流水线) + 专属知识库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6B6459"/>
                </a:solidFill>
                <a:latin typeface="Microsoft YaHei"/>
              </a:rPr>
              <a:t>知识库随智能体走，自动注入每一次生成 —— 越全，产出越像本人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A5C1E"/>
                </a:solidFill>
                <a:latin typeface="Microsoft YaHei"/>
              </a:rPr>
              <a:t>WHY · 为什么要录知识库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1D14"/>
                </a:solidFill>
                <a:latin typeface="Microsoft YaHei"/>
              </a:rPr>
              <a:t>喂得越像你，AI 产出越像你本人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231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241D14"/>
                </a:solidFill>
                <a:latin typeface="Microsoft YaHei"/>
              </a:rPr>
              <a:t>😖 不喂料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4389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6B6459"/>
                </a:solidFill>
                <a:latin typeface="Microsoft YaHei"/>
              </a:rPr>
              <a:t>一眼假的 AI 味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6B6459"/>
                </a:solidFill>
                <a:latin typeface="Microsoft YaHei"/>
              </a:rPr>
              <a:t>语气不像、爱编事实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6B6459"/>
                </a:solidFill>
                <a:latin typeface="Microsoft YaHei"/>
              </a:rPr>
              <a:t>容易踩红线被限流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338328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✅ 喂了知识库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91840"/>
            <a:ext cx="4389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FDF6E6"/>
                </a:solidFill>
                <a:latin typeface="Microsoft YaHei"/>
              </a:rPr>
              <a:t>语气克隆到本人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FDF6E6"/>
                </a:solidFill>
                <a:latin typeface="Microsoft YaHei"/>
              </a:rPr>
              <a:t>只用你给的真信息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FDF6E6"/>
                </a:solidFill>
                <a:latin typeface="Microsoft YaHei"/>
              </a:rPr>
              <a:t>红线强制不碰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A5C1E"/>
                </a:solidFill>
                <a:latin typeface="Microsoft YaHei"/>
              </a:rPr>
              <a:t>OVERVIEW · 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1D14"/>
                </a:solidFill>
                <a:latin typeface="Microsoft YaHei"/>
              </a:rPr>
              <a:t>8 步，5 分钟搞定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选智能体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214884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3774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准备素材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14884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录入人设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14884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3774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录知识库 KB1-4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边界约束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40" y="411480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434340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配图风格(可选)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114800"/>
            <a:ext cx="260604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34340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5813A"/>
                </a:solidFill>
                <a:latin typeface="Microsoft YaHei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1D14"/>
                </a:solidFill>
                <a:latin typeface="Microsoft YaHei"/>
              </a:rPr>
              <a:t>蒸馏技能(可选)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4114800"/>
            <a:ext cx="2606040" cy="155448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34340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E6CF8E"/>
                </a:solidFill>
                <a:latin typeface="Microsoft YaHe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保存 → 8 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0 · 进入 &amp; 选号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进入「智能体设置」，选要配置的赛道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顶部导航 →「智能体设置」→ 上方「选择要配置的智能体」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在标签区点中你要配置的赛道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没有就先新建一个赛道智能体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确认右上角「正在配置」是对的号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配置按赛道独立保存，各赛道互不干扰；别填错号。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640" y="3691238"/>
            <a:ext cx="6510240" cy="10757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700238"/>
            <a:ext cx="6492240" cy="10577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1 · 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录入前先备好三类素材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本地准备（文档 / 图片皆可）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本人笔记 3~5 篇（克隆语气的核心）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行业事实资料（时间节点/各科要点/院校梯队）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红线清单（不能提的机构名/价格/承诺）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最关键是你自己写过的笔记——这是让 AI 学你说话方式的根。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9462" y="1911240"/>
            <a:ext cx="4034596" cy="4635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r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62" y="1920240"/>
            <a:ext cx="4016596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2 · 基础人设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录入「基础人设（系统 prompt）」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左栏第一张卡「基础人设」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手写：身份/定位、语气、方法论、边界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推荐：先把笔记贴进 KB2/KB1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点「✨据我的笔记一键生成」→ AI 语气克隆+方法论提取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一键生成前 KB2 或 KB1 必须先有内容，否则会提示先粘贴/上传。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640" y="2965917"/>
            <a:ext cx="6510240" cy="252636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974917"/>
            <a:ext cx="6492240" cy="2508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3 · 本课重点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录入「专属知识库」KB1~KB4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左栏「专属知识库」卡（四格）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KB1 账号人设资料：你是谁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KB3 行业知识/事实：你懂什么真信息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KB2 本人爆文样本：你怎么说话（只学不抄）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KB4 额外违禁/红线：你不能说什么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每格可粘贴文字或 📎上传文件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右上角实时显示「X文件·约X字」；KB2 只学语气不照抄，不确定信息标「需核实」。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6992" y="1911240"/>
            <a:ext cx="5799535" cy="4635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k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992" y="1920240"/>
            <a:ext cx="578153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4 · 边界约束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设置「边界约束」（强制生效·最高优先）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左栏「边界约束」卡，四个框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⛔ 禁区 · 绝不出现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✅ 必守事实 · 只能这样说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🎯 统一口径 · 术语一致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📌 创作偏好 · 减少返工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优先级最高，强制生效于每一次生成；流水线可「记偏好」随时追加。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640" y="2228163"/>
            <a:ext cx="6510240" cy="40018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37163"/>
            <a:ext cx="6492240" cy="3983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5 · 配图风格（可选）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统一每篇配图的画风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基础人设卡下方「配图视觉风格 / 配图风格库」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填一句画风（手绘/ins极简/莫兰迪…）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或 📎加参考图 → ✨提炼画风 自动转文字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没贴对标时会拿第1张当垫图统一调性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想让多篇配图风格统一，就填画风或传样图自动提炼。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640" y="3524503"/>
            <a:ext cx="6510240" cy="14091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img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533503"/>
            <a:ext cx="6492240" cy="1391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6 · 蒸馏技能（可选）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把方法论蒸馏成可复用技能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左栏「自定义 Skills」卡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点「✨蒸馏技能」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把你的方法论/SOP/文档蒸馏成一个技能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之后在流水线一键调用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该智能体专属，可直接运行；也可「＋添加 skill」手动建。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640" y="3724751"/>
            <a:ext cx="6510240" cy="100869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skills_di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733751"/>
            <a:ext cx="6492240" cy="990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143000" cy="114300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CF8E"/>
                </a:solidFill>
                <a:latin typeface="Microsoft YaHei"/>
              </a:rPr>
              <a:t>STEP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STEP 7-8 · 保存 &amp; 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6868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41D14"/>
                </a:solidFill>
                <a:latin typeface="Microsoft YaHei"/>
              </a:rPr>
              <a:t>保存生效，再去流水线验证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2976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📍 位置：</a:t>
            </a:r>
            <a:r>
              <a:rPr sz="1250" b="0">
                <a:solidFill>
                  <a:srgbClr val="241D14"/>
                </a:solidFill>
                <a:latin typeface="Microsoft YaHei"/>
              </a:rPr>
              <a:t>底部「保存到该智能体」→ 创作流水线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5C1E"/>
                </a:solidFill>
                <a:latin typeface="Microsoft YaHei"/>
              </a:rPr>
              <a:t>操作步骤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点「保存到该智能体」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看到「✓ 已保存并生效（X文件·约X字）」即成功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A5813A"/>
                </a:solidFill>
                <a:latin typeface="Microsoft YaHei"/>
              </a:rPr>
              <a:t>• </a:t>
            </a:r>
            <a:r>
              <a:rPr sz="1550" b="0">
                <a:solidFill>
                  <a:srgbClr val="241D14"/>
                </a:solidFill>
                <a:latin typeface="Microsoft YaHei"/>
              </a:rPr>
              <a:t>进流水线用该赛道生成一篇验证语气/事实/红线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4297680" cy="731520"/>
          </a:xfrm>
          <a:prstGeom prst="round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897880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A5C1E"/>
                </a:solidFill>
                <a:latin typeface="Microsoft YaHei"/>
              </a:rPr>
              <a:t>⚠ </a:t>
            </a:r>
            <a:r>
              <a:rPr sz="1250" b="0">
                <a:solidFill>
                  <a:srgbClr val="6B6459"/>
                </a:solidFill>
                <a:latin typeface="Microsoft YaHei"/>
              </a:rPr>
              <a:t>配置按赛道独立保存；自定义赛道连定义存云端，换设备可恢复。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640" y="3914459"/>
            <a:ext cx="6510240" cy="6292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_s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923459"/>
            <a:ext cx="6492240" cy="6112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82880"/>
          </a:xfrm>
          <a:prstGeom prst="roundRect">
            <a:avLst/>
          </a:prstGeom>
          <a:solidFill>
            <a:srgbClr val="A5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E6CF8E"/>
                </a:solidFill>
                <a:latin typeface="Microsoft YaHei"/>
              </a:rPr>
              <a:t>一句话记住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知识库越全，产出越像本人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E6CF8E"/>
                </a:solidFill>
                <a:latin typeface="Microsoft YaHei"/>
              </a:rPr>
              <a:t>先把几篇笔记喂进 KB2 → 人设一键生成 → 补齐四格 → 保存 → 流水线验证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CFC3A8"/>
                </a:solidFill>
                <a:latin typeface="Microsoft YaHei"/>
              </a:rPr>
              <a:t>5 分钟，让 AI 变成「你的分身」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