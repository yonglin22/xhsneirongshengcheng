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8B95"/>
                </a:solidFill>
                <a:latin typeface="Microsoft YaHei"/>
              </a:rPr>
              <a:t>BUSINESS PLAN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朱砂操盘台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8B95"/>
                </a:solidFill>
                <a:latin typeface="Microsoft YaHei"/>
              </a:rPr>
              <a:t>最懂你赛道的 AI，3 分钟一篇，篇篇是爆款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8A6AD"/>
                </a:solidFill>
                <a:latin typeface="Microsoft YaHei"/>
              </a:rPr>
              <a:t>商业计划书 · 近一年推广方案 · 落地指标体系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1530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三份文件，一套打法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📘 第一部分 · 商业计划书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痛点 → 产品 → 差异化 → 商业模式 → 市场测算 → 财务预测 → 团队与融资需求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📣 第二部分 · 近一年推广方案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北极星指标 → 渠道矩阵 → 12个月节奏表 → 内容与裂变机制 → 预算分配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📊 第三部分 · 落地指标体系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分层指标（获客/激活/留存/付费/裂变）→ 季度OKR → 风险预案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F76"/>
                </a:solidFill>
                <a:latin typeface="Microsoft YaHei"/>
              </a:rPr>
              <a:t>定位一句话：朱砂操盘台是面向内容创作者的「垂直赛道 AI 操盘系统」——通过「赛道智能体」（人设+知识库+合规红线）+「八步流水线」，把选题到发布的全流程压缩到 3 分钟，且保证内容专业不串味、合规不限流。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01  用户痛点：内容创作的四座大山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🎯 不知道发什么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选题靠灵感，没有方法论；爆款追不上热点，灵感枯竭是常态。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46304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🧩 写不出爆款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会模仿但抓不住钩子结构；对标拆解全靠手动，效率低、易跑偏。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3328" y="146304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🎨 不会做封面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没有设计基础，封面决定点击率，但素人最弱的恰恰是这一环。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9951" y="146304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🛡️ 怕违规限流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绝对化用语、导流话术、未核实信息一不留神就被限流甚至封号。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市场上现有工具多是「通用文案生成器」，套用同一套模板和语气 → 内容同质化严重，是当前小红书生态「千篇一律」的根因。朱砂要解决的不是「能不能生成」，而是「生成的是不是只属于这个赛道、这个人」。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02  解决方案：八步流水线，3 分钟出稿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选题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三层漏斗+实时热点，赛道智能体定向给话题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2536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对标拆解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逐张图片拆文字/版式/钩子策略，给结构骨架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框架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钩子+分块大纲+配图规划，逐张对位对标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正文/标题/标签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一次性产出正文+候选标题+精准标签组合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05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封面配图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AI生图或上传实拍，十余种笔记卡模板覆盖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06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合规自检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违禁词/绝对化/导流/失实逐项查并给改后版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07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成稿预览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真实排版预览，一键导出1080P图文包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77272" y="1554480"/>
            <a:ext cx="1298448" cy="301752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/>
          <a:lstStyle/>
          <a:p>
            <a:pPr algn="ctr"/>
            <a:r>
              <a:rPr sz="1800" b="1">
                <a:solidFill>
                  <a:srgbClr val="FF2442"/>
                </a:solidFill>
                <a:latin typeface="Microsoft YaHei"/>
              </a:rPr>
              <a:t>08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C1C1E"/>
                </a:solidFill>
                <a:latin typeface="Microsoft YaHei"/>
              </a:rPr>
              <a:t>一键发布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00">
                <a:solidFill>
                  <a:srgbClr val="6B6F76"/>
                </a:solidFill>
                <a:latin typeface="Microsoft YaHei"/>
              </a:rPr>
              <a:t>Chrome插件直推草稿箱，零风控完成最后一步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每一步都可独立编辑、独立重跑，用户始终掌控最终成稿——AI 不是替代创作者，而是把创作者从「重复劳动」里解放出来，专注判断与表达。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03  核心壁垒：赛道智能体（而非通用文案机）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🧠 四层人设系统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KB1 人设资料：身份/口吻/擅长领域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KB2 本人爆文样本：学语气、不照抄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KB3 行业事实库：防幻觉的硬信息边界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KB4 赛道合规红线：该垂类特有的禁区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🔒 边界约束（最高优先级）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禁区：绝不出现的话术/承诺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必守事实：只能这样说的硬信息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统一口径：术语跨篇一致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50">
                <a:solidFill>
                  <a:srgbClr val="3A3A3E"/>
                </a:solidFill>
                <a:latin typeface="Microsoft YaHei"/>
              </a:rPr>
              <a:t>●  创作偏好：减少返工的风格锁定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为什么这是壁垒：通用 AI 文案工具换个用户就是同一套腔调，朱砂的每个赛道智能体都是「私有化训练」的结果——用得越久，知识库越厚，迁移成本越高，这是留存与复购的根本支撑。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04  目标用户与场景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0879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146"/>
                <a:gridCol w="3636264"/>
                <a:gridCol w="3232234"/>
                <a:gridCol w="2020146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用户分层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典型场景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核心诉求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付费意愿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素人/新手博主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0基础起号，没有选题与排版能力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降低门槛，跑通第一篇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低单价、高频小额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知识/垂类博主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固定赛道长期更新，怕串味、怕同质化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专业度+一致性+效率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中等，重复购买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电商/微商卖家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需要持续种草内容带货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转化导向的钩子与合规话术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中高，关联GMV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MCN/代运营团队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多账号矩阵批量出稿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批量效率+账号矩阵管理+插件直推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高，B端合同制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优先级：先打透知识/垂类博主（赛道智能体的价值最大化场景，且天然产生内容沉淀与口碑），再向上拓展 MCN/代运营这一高客单价 B 端市场。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05  市场测算（TAM / SAM / SOM）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2442"/>
                </a:solidFill>
                <a:latin typeface="Microsoft YaHei"/>
              </a:rPr>
              <a:t>¥120亿+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F76"/>
                </a:solidFill>
                <a:latin typeface="Microsoft YaHei"/>
              </a:rPr>
              <a:t>小红书月活创作者超3000万，按行业内容服务/工具人均年付费¥300-500估算的潜在市场。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2442"/>
                </a:solidFill>
                <a:latin typeface="Microsoft YaHei"/>
              </a:rPr>
              <a:t>¥15亿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F76"/>
                </a:solidFill>
                <a:latin typeface="Microsoft YaHei"/>
              </a:rPr>
              <a:t>聚焦「有持续更新意愿+垂类身份明确」的活跃创作者约500万人，AI内容工具渗透场景。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SOM（首年目标）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2442"/>
                </a:solidFill>
                <a:latin typeface="Microsoft YaHei"/>
              </a:rPr>
              <a:t>¥800万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F76"/>
                </a:solidFill>
                <a:latin typeface="Microsoft YaHei"/>
              </a:rPr>
              <a:t>首年覆盖8-10万注册用户，付费转化8%-10%，ARPU¥80-120/年，对应首年GMV目标。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F76"/>
                </a:solidFill>
                <a:latin typeface="Microsoft YaHei"/>
              </a:rPr>
              <a:t>注：以上为基于公开行业数据的估算口径（小红书DAU/MAU公开披露+内容工具赛道平均付费率参照），最终以实际增长曲线滚动校准。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06  竞争格局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0879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38"/>
                <a:gridCol w="2948322"/>
                <a:gridCol w="2948322"/>
                <a:gridCol w="3439709"/>
              </a:tblGrid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C1C1E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C1C1E"/>
                          </a:solidFill>
                          <a:latin typeface="Microsoft YaHei"/>
                        </a:rPr>
                        <a:t>通用AI写作工具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C1C1E"/>
                          </a:solidFill>
                          <a:latin typeface="Microsoft YaHei"/>
                        </a:rPr>
                        <a:t>(ChatGPT/文心一言类)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C1C1E"/>
                          </a:solidFill>
                          <a:latin typeface="Microsoft YaHei"/>
                        </a:rPr>
                        <a:t>同质化笔记生成器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C1C1E"/>
                          </a:solidFill>
                          <a:latin typeface="Microsoft YaHei"/>
                        </a:rPr>
                        <a:t>朱砂操盘台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赛道专业度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需自己反复调Prompt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统一模板，千篇一律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赛道智能体，人设+知识库专属训练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合规风险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无内置审查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少数有基础违禁词检测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三道合规门（框架审→自检→人审）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全流程闭环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仅文案，无配图/发布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多为单点工具，需自行拼接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选题→正文→配图→预览→发布 全闭环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发布摩擦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需手动搬运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需手动搬运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Chrome插件一键直推草稿箱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增长机制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多为直接付费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A3A3E"/>
                          </a:solidFill>
                          <a:latin typeface="Microsoft YaHei"/>
                        </a:rPr>
                        <a:t>积分制+邀请裂变，冷启动友好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07  商业模式：积分制 + 分层会员 + B端代理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28346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💳 C端：按用量积分付费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1积分=¥0.01，按生成结果实际扣费，失败不收费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新用户注册赠200积分，体验包/基础包阶梯定价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成品模板120积分/套，买断可二次编辑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合伙人充值额外赠30%积分，提升客单与忠诚度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212080" cy="28346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🏢 B端：代运营/矩阵账号订阅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账号矩阵管理+批量出稿，按席位/账号数订阅制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定制赛道智能体（行业知识库代搭建）服务费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插件「直推草稿箱」面向MCN的合规分发能力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未来：API开放给第三方内容工具/代理商分润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定价哲学：选题免费、轻量步骤低价、核心产出（正文/配图）计费——降低试用门槛，把付费点放在用户已经获得明确价值之后。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08  增长引擎：裂变 + 内容双轮驱动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邀请返现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好友得200，你得100，首充再返10%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55448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分享海报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作品自带邀请码二维码，自然裂变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3328" y="155448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赛道社群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垂类创作者互助/对标共享，沉淀私域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9951" y="155448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案例种草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用产品做内容反向种草产品本身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6F76"/>
                </a:solidFill>
                <a:latin typeface="Microsoft YaHei"/>
              </a:rPr>
              <a:t>核心增长飞轮：用户用朱砂生成爆款笔记 → 笔记本身成为产品的广告位（"AI生成"话题+成果展示） → 评论区导流到产品 → 新用户邀请获积分 → 继续生产内容。产品即渠道，是冷启动阶段最低成本的获客方式。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09  财务预测（首年，单位：万元）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0879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66"/>
                <a:gridCol w="1999945"/>
                <a:gridCol w="1999945"/>
                <a:gridCol w="1181785"/>
                <a:gridCol w="1181785"/>
                <a:gridCol w="3636264"/>
              </a:tblGrid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注册用户(累计)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付费用户(累计)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GMV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毛利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主要投入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Q1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1.5万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800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内容种草+种子用户运营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4万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2,800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38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KOC合作+邀请裂变加码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Q3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7万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5,500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140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92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B端代运营试点+插件迭代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Q4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10万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9,000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260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175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赛道库扩充+多平台预研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假设：付费转化率6%→9%逐季提升，ARPU¥90-110/年，毛利率维持在60%-67%（AI调用成本随模型降价持续优化）。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10  团队与资金需求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👥 团队配置（首年目标）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产品+研发：3-5人（含1名AI/Prompt工程负责人）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内容/增长：2-3人（赛道知识库搭建+KOC对接）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合规/法务顾问：兼职/外部支持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运营/客服：1-2人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212080" cy="26517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💰 资金用途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40%研发：模型调用成本+流水线/插件迭代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35%增长：KOC合作、邀请裂变补贴、内容投放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15%团队：核心团队人力成本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10%合规/运维：服务器、安全、法务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B6F76"/>
                </a:solidFill>
                <a:latin typeface="Microsoft YaHei"/>
              </a:rPr>
              <a:t>首年建议资金规模：¥300-500万，目标在12个月内验证PMF并跑通B端代理付费模式，为下一轮融资/盈亏平衡铺路。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1530"/>
                </a:solidFill>
                <a:latin typeface="Microsoft YaHei"/>
              </a:rPr>
              <a:t>PART 2 · 近一年推广方案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Microsoft YaHei"/>
              </a:rPr>
              <a:t>北极星指标与打法总览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北极星指标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月度「成稿完成数」（用户跑完八步并导出/发布的笔记数）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8288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增长打法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内容种草+KOC共创+邀请裂变+B端代理 四线并进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18288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预算节奏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前两季度重内容验证，后两季度重渠道放量与B端转化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59951" y="18288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组织节奏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>双周迭代产品，月度复盘增长漏斗，季度校准定价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11  渠道矩阵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0878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416"/>
                <a:gridCol w="4958541"/>
                <a:gridCol w="2479270"/>
                <a:gridCol w="1487562"/>
              </a:tblGrid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渠道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打法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目标人群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预期占比(年)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小红书种草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素人测评+"AI生成笔记"话题挑战+对比实拍，自然流为主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素人/垂类博主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35%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KOC共创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邀请垂类中腰部博主试用并产出"用朱砂3分钟出稿"内容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知识/垂类博主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邀请裂变(产品内)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积分返现+分享海报+老带新激励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全量用户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20%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私域/社群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赛道社群运营、案例库沉淀、答疑直播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中重度用户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B端直销/渠道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MCN/代运营公司BD，账号矩阵订阅制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MCN/代理团队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C1C1E"/>
                </a:solidFill>
                <a:latin typeface="Microsoft YaHei"/>
              </a:rPr>
              <a:t>12  12个月推广节奏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7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913"/>
                <a:gridCol w="849956"/>
                <a:gridCol w="2762358"/>
                <a:gridCol w="5843451"/>
              </a:tblGrid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C1C1E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C1C1E"/>
                          </a:solidFill>
                          <a:latin typeface="Microsoft YaHei"/>
                        </a:rPr>
                        <a:t>月份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C1C1E"/>
                          </a:solidFill>
                          <a:latin typeface="Microsoft YaHei"/>
                        </a:rPr>
                        <a:t>核心目标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C1C1E"/>
                          </a:solidFill>
                          <a:latin typeface="Microsoft YaHei"/>
                        </a:rPr>
                        <a:t>关键动作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冷启动验证(Q1)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跑通核心流程口碑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200名种子用户内测，1v1收集反馈，打磨S2-S6体验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冷启动验证(Q1)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验证赛道智能体价值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上线5个预设赛道，邀请10个垂类KOC共创案例笔记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冷启动验证(Q1)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启动自然流获客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小红书"AI 3分钟出稿"话题挑战，开放邀请裂变功能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渠道放量(Q2)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付费转化率爬坡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体验包/基础包定价AB测试，分享海报功能上线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渠道放量(Q2)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扩大KOC矩阵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追加20个垂类KOC，案例库做成"赛道百宝箱"内容栏目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渠道放量(Q2)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合规与口碑建立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合规自检功能升级，公开"零限流"使用数据背书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规模化增长(Q3)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M7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B端代理试点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签约3-5家MCN/代运营团队，账号矩阵功能打磨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规模化增长(Q3)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插件生态深化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Chrome插件迭代(多账号切换/批量发布)，降低发布摩擦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规模化增长(Q3)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内容矩阵规模化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UGC内容激励计划，"我的爆款是朱砂出的"标签传播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效率与复购(Q4)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M10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提升ARPU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会员等级/合伙人体系上线，赛道库扩充到20+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效率与复购(Q4)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M11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B端规模复制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B端签约目标15家，标准化代理商SOP手册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22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效率与复购(Q4)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M12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年度复盘&amp;规划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3A3A3E"/>
                          </a:solidFill>
                          <a:latin typeface="Microsoft YaHei"/>
                        </a:rPr>
                        <a:t>全年数据复盘，制定第二年多平台(抖音/公众号)扩张计划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13  内容矩阵与裂变机制设计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31089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📹 内容矩阵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"3分钟出稿"实录类：录屏展示从0到成稿全过程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"对标拆解"教学类：用真实爆款笔记演示拆解逻辑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"赛道智能体"故事类：垂类博主真实使用反馈/涨粉案例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"合规避坑"科普类：违禁词/限流案例科普，建立信任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212080" cy="310896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/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6B6F7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Microsoft YaHei"/>
              </a:rPr>
              <a:t>🔁 裂变机制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邀请得积分：好友注册得200，你得100（双向激励）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分享海报自带二维码，作品发布即自然带流量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"赛道挑战赛"：垂类话题UGC比赛，优胜者送积分包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A3A3E"/>
                </a:solidFill>
                <a:latin typeface="Microsoft YaHei"/>
              </a:rPr>
              <a:t>●  老用户专属"合伙人"身份：充值多得30%积分+专属赛道额度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14  年度推广预算分配（参考）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35%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KOC/达人合作费用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5544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25%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裂变积分补贴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3328" y="15544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20%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内容投放/信息流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9951" y="155448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2442"/>
                </a:solidFill>
                <a:latin typeface="Microsoft YaHei"/>
              </a:rPr>
              <a:t>20%</a:t>
            </a:r>
          </a:p>
          <a:p>
            <a:pPr algn="ctr"/>
            <a:r>
              <a:rPr sz="1050">
                <a:solidFill>
                  <a:srgbClr val="6B6F76"/>
                </a:solidFill>
                <a:latin typeface="Microsoft YaHei"/>
              </a:rPr>
              <a:t>B端BD与渠道合作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6F76"/>
                </a:solidFill>
                <a:latin typeface="Microsoft YaHei"/>
              </a:rPr>
              <a:t>原则：前轻后重——Q1-Q2以最小成本验证内容与机制有效性，Q3-Q4在确认ROI后加大KOC与B端投入，避免在未验证模型前large-scale烧钱获客。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1530"/>
                </a:solidFill>
                <a:latin typeface="Microsoft YaHei"/>
              </a:rPr>
              <a:t>PART 3 · 落地指标体系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Microsoft YaHei"/>
              </a:rPr>
              <a:t>分层指标：从获客到复购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02"/>
                <a:gridCol w="2456935"/>
                <a:gridCol w="4127651"/>
                <a:gridCol w="2162102"/>
              </a:tblGrid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核心指标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首年目标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获客 Acquisition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月新增注册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新注册账号数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Q4月均1.2万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激活 Activation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首次成稿率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注册7天内完成第一篇成稿占比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≥45%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留存 Retention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次月留存率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次月仍有创作行为的用户占比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≥30%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付费 Revenue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付费转化率/ARPU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付费用户占比/年人均收入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9% / ¥100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裂变 Referral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邀请系数K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每个用户平均带来的新用户数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3A3A3E"/>
                          </a:solidFill>
                          <a:latin typeface="Microsoft YaHei"/>
                        </a:rPr>
                        <a:t>≥0.3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15  季度OKR对照表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0879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66"/>
                <a:gridCol w="3636264"/>
                <a:gridCol w="6363462"/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O（目标）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C1C1E"/>
                          </a:solidFill>
                          <a:latin typeface="Microsoft YaHei"/>
                        </a:rPr>
                        <a:t>KR（关键结果）</a:t>
                      </a:r>
                    </a:p>
                  </a:txBody>
                  <a:tcPr marL="76200" marR="76200" marT="50800" marB="50800" anchor="ctr">
                    <a:solidFill>
                      <a:srgbClr val="F6F4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Q1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验证产品价值与赛道智能体可用性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种子用户首次成稿率≥40%；5个预设赛道上线；NPS≥30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跑通自然流获客与初步付费转化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月新增注册≥6千；付费转化率≥6%；邀请系数K≥0.15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Q3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建立B端代理与插件生态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签约MCN≥5家；插件周活跃发布数≥3千次；次月留存≥28%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Q4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规模化增长与ARPU提升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A3A3E"/>
                          </a:solidFill>
                          <a:latin typeface="Microsoft YaHei"/>
                        </a:rPr>
                        <a:t>月新增注册≥1.2万；ARPU≥¥100；B端签约≥15家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C1E"/>
                </a:solidFill>
                <a:latin typeface="Microsoft YaHei"/>
              </a:rPr>
              <a:t>16  关键风险与应对预案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⚠️ 平台规则风险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00">
                <a:solidFill>
                  <a:srgbClr val="6B6F76"/>
                </a:solidFill>
                <a:latin typeface="Microsoft YaHei"/>
              </a:rPr>
              <a:t>小红书可能收紧"AI生成内容"政策或插件发布通道 → 持续强化合规自检+合规话术更新机制，发布环节保留"人工终审"作为安全垫，不依赖单一发布路径。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46304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⚠️ 模型成本波动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00">
                <a:solidFill>
                  <a:srgbClr val="6B6F76"/>
                </a:solidFill>
                <a:latin typeface="Microsoft YaHei"/>
              </a:rPr>
              <a:t>主流模型API涨价侵蚀毛利 → 多模型供应商可替换架构，按任务复杂度动态分配模型，持续监控单篇生成成本。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⚠️ 内容同质化反噬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00">
                <a:solidFill>
                  <a:srgbClr val="6B6F76"/>
                </a:solidFill>
                <a:latin typeface="Microsoft YaHei"/>
              </a:rPr>
              <a:t>大规模AI生成可能导致内容趋同被平台识别限流 → 加大KB2/KB3知识库个性化权重，强制要求用户素材输入，避免"裸生成"。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8404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6F4EE"/>
          </a:solidFill>
          <a:ln w="9525">
            <a:solidFill>
              <a:srgbClr val="E7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/>
            <a:r>
              <a:rPr sz="1400" b="1">
                <a:solidFill>
                  <a:srgbClr val="1C1C1E"/>
                </a:solidFill>
                <a:latin typeface="Microsoft YaHei"/>
              </a:rPr>
              <a:t>⚠️ 获客成本攀升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00">
                <a:solidFill>
                  <a:srgbClr val="6B6F76"/>
                </a:solidFill>
                <a:latin typeface="Microsoft YaHei"/>
              </a:rPr>
              <a:t>KOC/投放成本上涨压缩ROI → 优先做透"产品即内容"的自然裂变，控制KOC投放占比上限，建立私域复用资产。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8B95"/>
                </a:solidFill>
                <a:latin typeface="Microsoft YaHe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最懂你赛道的 AI</a:t>
            </a:r>
          </a:p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3分钟一篇，篇篇是爆款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8B95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8A6AD"/>
                </a:solidFill>
                <a:latin typeface="Microsoft YaHei"/>
              </a:rPr>
              <a:t>朱砂操盘台 · 商业计划书 / 推广方案 / 落地指标体系  |  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