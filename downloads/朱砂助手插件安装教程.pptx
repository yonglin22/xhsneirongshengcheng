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22960" y="1051560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143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 spc="400">
                <a:solidFill>
                  <a:srgbClr val="C9A85F"/>
                </a:solidFill>
                <a:latin typeface="Times New Roman"/>
                <a:ea typeface="Times New Roman"/>
              </a:rPr>
              <a:t>ZHU SHA  ·  PLUGIN 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200" b="1" i="0">
                <a:solidFill>
                  <a:srgbClr val="F2E9D6"/>
                </a:solidFill>
                <a:latin typeface="Songti SC"/>
                <a:ea typeface="Songti SC"/>
              </a:rPr>
              <a:t>朱砂助手 插件</a:t>
            </a:r>
          </a:p>
          <a:p>
            <a:r>
              <a:rPr sz="5200" b="1" i="0">
                <a:solidFill>
                  <a:srgbClr val="C9A85F"/>
                </a:solidFill>
                <a:latin typeface="Songti SC"/>
                <a:ea typeface="Songti SC"/>
              </a:rPr>
              <a:t>安装教程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690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C3B498"/>
                </a:solidFill>
                <a:latin typeface="Songti SC"/>
                <a:ea typeface="Songti SC"/>
              </a:rPr>
              <a:t>养号 · 截流 · 数据回流一体化</a:t>
            </a:r>
            <a:r>
              <a:rPr sz="1600" b="0" i="0">
                <a:solidFill>
                  <a:srgbClr val="9C8F7C"/>
                </a:solidFill>
                <a:latin typeface="Songti SC"/>
                <a:ea typeface="Songti SC"/>
              </a:rPr>
              <a:t>   ｜   </a:t>
            </a:r>
            <a:r>
              <a:rPr sz="1600" b="0" i="0">
                <a:solidFill>
                  <a:srgbClr val="C3B498"/>
                </a:solidFill>
                <a:latin typeface="Songti SC"/>
                <a:ea typeface="Songti SC"/>
              </a:rPr>
              <a:t>住宅 IP 更安全 · 零门槛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4846320"/>
            <a:ext cx="365760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4983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100">
                <a:solidFill>
                  <a:srgbClr val="9C8F7C"/>
                </a:solidFill>
                <a:latin typeface="Microsoft YaHei"/>
                <a:ea typeface="Microsoft YaHei"/>
              </a:rPr>
              <a:t>电脑版 Chrome / Edge  ·  含产品截图 · 逐步详解  · 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0" b="1" i="0">
                <a:solidFill>
                  <a:srgbClr val="3A2C1F"/>
                </a:solidFill>
                <a:latin typeface="Times New Roman"/>
                <a:ea typeface="Times New Roman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346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 spc="400">
                <a:solidFill>
                  <a:srgbClr val="C9A85F"/>
                </a:solidFill>
                <a:latin typeface="Times New Roman"/>
                <a:ea typeface="Times New Roman"/>
              </a:rPr>
              <a:t>WEI SHEN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 i="0">
                <a:solidFill>
                  <a:srgbClr val="F2E9D6"/>
                </a:solidFill>
                <a:latin typeface="Songti SC"/>
                <a:ea typeface="Songti SC"/>
              </a:rPr>
              <a:t>为什么要装「朱砂助手」插件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4206240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4389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养号、评论区截流、发布后数据回流，都靠这个浏览器插件在你已登录的小红书里执行。</a:t>
            </a:r>
          </a:p>
          <a:p>
            <a:pPr>
              <a:lnSpc>
                <a:spcPct val="130000"/>
              </a:lnSpc>
            </a:pPr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用本机住宅 IP，比机房扫码更安全、登录态更稳；每 75 分钟自动续期，不易掉线。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PREPARE · 准备工作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开始前，先备齐 3 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一台电脑 + Chrome / Edge 浏览器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插件是电脑版浏览器扩展，手机不需要装。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登录你的朱砂操盘台账号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和插件用同一浏览器，装好后自动认这个登录态。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登录要养号/截流的小红书账号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同一浏览器打开 xiaohongshu.com 并登录，脚本在此登录态里跑。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01 · 下载插件包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第一步：下载「朱砂助手」压缩包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进入「联系客服」或「设备看板」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点页面上的「⬇ 下载插件」按钮。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下载得到 .zip 压缩包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文件名 zhusha-helper-extension.zip。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解压到一个固定文件夹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别放桌面/下载等临时目录——删了插件会失效。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3594771"/>
            <a:ext cx="5321808" cy="1405817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help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649635"/>
            <a:ext cx="5212080" cy="129608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解压后文件夹里应能看到 manifest.json；建议放 D:\朱砂助手\ 或 文稿/朱砂助手/。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02 · 打开扩展管理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第二步：打开浏览器扩展管理页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地址栏输入 chrome://extensions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Edge 浏览器输入 edge://extensions，回车。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或从菜单进入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右上角 ⋮ →「扩展」→「管理扩展程序」。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看到扩展程序列表页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即右图这个页面。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2679192"/>
            <a:ext cx="5321808" cy="3236976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34056"/>
            <a:ext cx="5212080" cy="31272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03 · 开发者模式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第三步：打开右上角「开发者模式」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找到右上角「开发者模式」开关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把它打开（变蓝，见右图右上角）。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页面顶部会多出按钮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出现「加载已解压的扩展程序」等三个按钮。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91656" y="2679192"/>
            <a:ext cx="5321808" cy="3236976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34056"/>
            <a:ext cx="5212080" cy="31272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没有这三个按钮，就是「开发者模式」还没打开——务必先打开它。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04 · 加载插件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第四步：加载已解压的扩展程序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点「加载已解压的扩展程序」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英文界面是 Load unpacked。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选中第 1 步解压出的文件夹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注意选文件夹本身（右图蓝色项），不是里面的文件。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列表出现「朱砂助手」即成功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能看到图标与版本号 0.9.9。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2621280"/>
            <a:ext cx="5321808" cy="335280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676144"/>
            <a:ext cx="5212080" cy="324307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报错「缺少 manifest」= 选错层级，请选到含 manifest.json 的那层文件夹。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05 · 固定 + 登录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第五步：固定图标并保持登录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点扩展栏拼图图标 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把「朱砂助手」点为固定，图标常驻工具栏。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确认已登录朱砂操盘台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插件自动读取登录态，无需重复输入。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06 · 设为执行设备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第六步：把本机设为执行设备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点工具栏「朱砂助手」图标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打开插件弹窗（见右图）。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开「本机作为执行设备」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本机即出现在「设备看板」，状态=休息中。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开「前台观看模式」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可前台看到自动操作过程，更放心（可选）。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56724" y="2414016"/>
            <a:ext cx="2591670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8" y="2468880"/>
            <a:ext cx="2481942" cy="3657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07 · 建计划下发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第七步：建养号/截流计划并下发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进「养号/截流计划」新建计划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选养号或截流，填关键词、各项互动比例（见右图）。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 📤 下发，选本机设备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任务进入设备待领取队列。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回「设备看板」看状态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休息中→工作中即已开始。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36884" y="2414016"/>
            <a:ext cx="4231351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748" y="2468880"/>
            <a:ext cx="4121623" cy="36576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自动互动属灰色操作，请保守低频：默认只养号，截流回复/私信尽量 0。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MONITOR · 设备看板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在「设备看板」实时盯执行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每台在线设备一张卡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显示名称、状态（休息中/工作中/离线）。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可编辑名称、清理离线设备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多机农场也一目了然。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出验证码会自动停止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属正常保护，手动过验证后可再下发。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3628" y="2414016"/>
            <a:ext cx="5037862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492" y="2468880"/>
            <a:ext cx="4928134" cy="3657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FAQ · 常见问题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装不上 / 掉线？先看这几条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装完又消失/失效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多半是解压文件夹被删或移动——放固定目录后重新加载。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设备看板不显示本机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确认已登录朱砂账号，且插件「本机作为执行设备」为开。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跑一会儿停了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遇验证码自动停，属正常保护；手动过验证后可再下发。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92624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更新了没生效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插件本地加载，仓库更新后需重新下载并在扩展页「重新加载」。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 spc="500">
                <a:solidFill>
                  <a:srgbClr val="C9A85F"/>
                </a:solidFill>
                <a:latin typeface="Times New Roman"/>
                <a:ea typeface="Times New Roman"/>
              </a:rPr>
              <a:t>THANK 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2E9D6"/>
                </a:solidFill>
                <a:latin typeface="Songti SC"/>
                <a:ea typeface="Songti SC"/>
              </a:rPr>
              <a:t>装好了，就去获客吧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3749039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3977639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有任何问题，点右下角「小红书助手」或到「联系客服」页加客服微信。</a:t>
            </a:r>
          </a:p>
          <a:p>
            <a:r>
              <a:rPr sz="1300" b="0" i="0">
                <a:solidFill>
                  <a:srgbClr val="9C8F7C"/>
                </a:solidFill>
                <a:latin typeface="Microsoft YaHei"/>
                <a:ea typeface="Microsoft YaHei"/>
              </a:rPr>
              <a:t>操作文档 / 常见问题 / 平台规则，都在助手里。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